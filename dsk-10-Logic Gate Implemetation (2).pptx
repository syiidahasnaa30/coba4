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61" d="100"/>
          <a:sy n="61" d="100"/>
        </p:scale>
        <p:origin x="4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CA8-767F-48DE-AAA3-71ED4E5FB3E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2258-AE55-4592-8D15-19CE73692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59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CA8-767F-48DE-AAA3-71ED4E5FB3E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2258-AE55-4592-8D15-19CE73692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93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CA8-767F-48DE-AAA3-71ED4E5FB3E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2258-AE55-4592-8D15-19CE73692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85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CA8-767F-48DE-AAA3-71ED4E5FB3E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2258-AE55-4592-8D15-19CE73692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3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CA8-767F-48DE-AAA3-71ED4E5FB3E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2258-AE55-4592-8D15-19CE73692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05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CA8-767F-48DE-AAA3-71ED4E5FB3E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2258-AE55-4592-8D15-19CE73692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5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CA8-767F-48DE-AAA3-71ED4E5FB3E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2258-AE55-4592-8D15-19CE73692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137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CA8-767F-48DE-AAA3-71ED4E5FB3E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2258-AE55-4592-8D15-19CE73692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83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CA8-767F-48DE-AAA3-71ED4E5FB3E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2258-AE55-4592-8D15-19CE73692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91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CA8-767F-48DE-AAA3-71ED4E5FB3E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2258-AE55-4592-8D15-19CE73692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7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CA8-767F-48DE-AAA3-71ED4E5FB3E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32258-AE55-4592-8D15-19CE73692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8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C5CA8-767F-48DE-AAA3-71ED4E5FB3E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32258-AE55-4592-8D15-19CE73692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58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Logic Gate </a:t>
            </a:r>
            <a:r>
              <a:rPr lang="en-US" dirty="0" err="1" smtClean="0"/>
              <a:t>Implemetation</a:t>
            </a:r>
            <a:r>
              <a:rPr lang="en-US" dirty="0" smtClean="0"/>
              <a:t> (2)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Pertemuan</a:t>
            </a:r>
            <a:r>
              <a:rPr lang="en-US" dirty="0" smtClean="0"/>
              <a:t> 10 </a:t>
            </a:r>
          </a:p>
          <a:p>
            <a:r>
              <a:rPr lang="en-US" dirty="0" err="1" smtClean="0"/>
              <a:t>Dasar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Komputer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06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303362" y="5960962"/>
            <a:ext cx="891251" cy="76430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303362" y="4282633"/>
            <a:ext cx="891251" cy="7986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Latihan</a:t>
            </a:r>
            <a:r>
              <a:rPr lang="en-US" dirty="0" smtClean="0"/>
              <a:t> :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i="1" dirty="0" err="1" smtClean="0"/>
              <a:t>Jika</a:t>
            </a:r>
            <a:r>
              <a:rPr lang="en-US" i="1" dirty="0" smtClean="0"/>
              <a:t> </a:t>
            </a:r>
            <a:r>
              <a:rPr lang="en-US" i="1" dirty="0" err="1" smtClean="0"/>
              <a:t>diketahui</a:t>
            </a:r>
            <a:r>
              <a:rPr lang="en-US" i="1" dirty="0" smtClean="0"/>
              <a:t> </a:t>
            </a:r>
            <a:r>
              <a:rPr lang="en-US" i="1" dirty="0" err="1" smtClean="0"/>
              <a:t>bahwa</a:t>
            </a:r>
            <a:r>
              <a:rPr lang="en-US" i="1" dirty="0" smtClean="0"/>
              <a:t> </a:t>
            </a:r>
          </a:p>
          <a:p>
            <a:pPr marL="0" indent="0" algn="just">
              <a:buNone/>
            </a:pPr>
            <a:r>
              <a:rPr lang="en-US" i="1" dirty="0"/>
              <a:t> </a:t>
            </a:r>
            <a:r>
              <a:rPr lang="en-US" i="1" dirty="0" smtClean="0"/>
              <a:t>              F(A,B,C,D)=∑(0,1,3,7,8,9,10,14,15)</a:t>
            </a:r>
          </a:p>
          <a:p>
            <a:pPr algn="just"/>
            <a:r>
              <a:rPr lang="en-US" i="1" dirty="0" err="1" smtClean="0"/>
              <a:t>Implementasikan</a:t>
            </a:r>
            <a:r>
              <a:rPr lang="en-US" i="1" dirty="0" smtClean="0"/>
              <a:t> </a:t>
            </a:r>
            <a:r>
              <a:rPr lang="en-US" i="1" dirty="0" err="1" smtClean="0"/>
              <a:t>dalam</a:t>
            </a:r>
            <a:r>
              <a:rPr lang="en-US" i="1" dirty="0" smtClean="0"/>
              <a:t> </a:t>
            </a:r>
            <a:r>
              <a:rPr lang="en-US" i="1" dirty="0" err="1" smtClean="0"/>
              <a:t>bentuk</a:t>
            </a:r>
            <a:r>
              <a:rPr lang="en-US" i="1" dirty="0" smtClean="0"/>
              <a:t> NAND</a:t>
            </a:r>
          </a:p>
          <a:p>
            <a:pPr algn="just"/>
            <a:r>
              <a:rPr lang="en-US" i="1" dirty="0" err="1" smtClean="0"/>
              <a:t>Jawab</a:t>
            </a:r>
            <a:r>
              <a:rPr lang="en-US" i="1" dirty="0" smtClean="0"/>
              <a:t>: </a:t>
            </a:r>
            <a:r>
              <a:rPr lang="en-US" i="1" dirty="0" err="1" smtClean="0"/>
              <a:t>Karnaugh</a:t>
            </a:r>
            <a:r>
              <a:rPr lang="en-US" i="1" dirty="0" smtClean="0"/>
              <a:t> Map </a:t>
            </a:r>
            <a:r>
              <a:rPr lang="en-US" i="1" dirty="0" err="1" smtClean="0"/>
              <a:t>untuk</a:t>
            </a:r>
            <a:r>
              <a:rPr lang="en-US" i="1" dirty="0" smtClean="0"/>
              <a:t> </a:t>
            </a:r>
            <a:r>
              <a:rPr lang="en-US" i="1" dirty="0" err="1" smtClean="0"/>
              <a:t>kasus</a:t>
            </a:r>
            <a:r>
              <a:rPr lang="en-US" i="1" dirty="0" smtClean="0"/>
              <a:t> </a:t>
            </a:r>
            <a:r>
              <a:rPr lang="en-US" i="1" dirty="0" err="1" smtClean="0"/>
              <a:t>diatas</a:t>
            </a:r>
            <a:r>
              <a:rPr lang="en-US" i="1" dirty="0" smtClean="0"/>
              <a:t> :</a:t>
            </a:r>
          </a:p>
          <a:p>
            <a:pPr algn="just"/>
            <a:endParaRPr lang="en-US" i="1" dirty="0"/>
          </a:p>
          <a:p>
            <a:pPr algn="just"/>
            <a:endParaRPr lang="en-US" i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577318"/>
              </p:ext>
            </p:extLst>
          </p:nvPr>
        </p:nvGraphicFramePr>
        <p:xfrm>
          <a:off x="1360668" y="4435140"/>
          <a:ext cx="32692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73"/>
                <a:gridCol w="590308"/>
                <a:gridCol w="544010"/>
                <a:gridCol w="590309"/>
                <a:gridCol w="72920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AB\CD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051139" y="5567423"/>
            <a:ext cx="347241" cy="71763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449256" y="4838218"/>
            <a:ext cx="335666" cy="72920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287210" y="5220182"/>
            <a:ext cx="671332" cy="70605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488118"/>
              </p:ext>
            </p:extLst>
          </p:nvPr>
        </p:nvGraphicFramePr>
        <p:xfrm>
          <a:off x="6837236" y="4430853"/>
          <a:ext cx="32692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73"/>
                <a:gridCol w="590308"/>
                <a:gridCol w="544010"/>
                <a:gridCol w="590309"/>
                <a:gridCol w="72920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AB\CD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13406" y="5220182"/>
            <a:ext cx="1002891" cy="70605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9586452" y="4838218"/>
            <a:ext cx="309716" cy="72920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8908026" y="5926238"/>
            <a:ext cx="324464" cy="35881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12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Untuk</a:t>
            </a:r>
            <a:r>
              <a:rPr lang="en-US" dirty="0" smtClean="0"/>
              <a:t> SOP : </a:t>
            </a:r>
          </a:p>
          <a:p>
            <a:pPr lvl="1"/>
            <a:r>
              <a:rPr lang="en-US" dirty="0" smtClean="0"/>
              <a:t>F=B’C’ + A’CD + BCD + ACD’</a:t>
            </a:r>
          </a:p>
          <a:p>
            <a:r>
              <a:rPr lang="en-US" dirty="0" err="1" smtClean="0"/>
              <a:t>Untuk</a:t>
            </a:r>
            <a:r>
              <a:rPr lang="en-US" dirty="0" smtClean="0"/>
              <a:t> POS:</a:t>
            </a:r>
          </a:p>
          <a:p>
            <a:pPr lvl="1"/>
            <a:r>
              <a:rPr lang="en-US" dirty="0" smtClean="0"/>
              <a:t>F = (B’+C) (A+C’+D) (A’ + B + C’ + D’)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72" y="3765185"/>
            <a:ext cx="2612922" cy="29324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305" y="3570808"/>
            <a:ext cx="3339386" cy="312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7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Latihan</a:t>
            </a:r>
            <a:r>
              <a:rPr lang="en-US" dirty="0" smtClean="0"/>
              <a:t>: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Turunkan</a:t>
            </a:r>
            <a:r>
              <a:rPr lang="en-US" dirty="0" smtClean="0"/>
              <a:t> </a:t>
            </a:r>
            <a:r>
              <a:rPr lang="en-US" dirty="0" err="1" smtClean="0"/>
              <a:t>persamaan</a:t>
            </a:r>
            <a:r>
              <a:rPr lang="en-US" dirty="0" smtClean="0"/>
              <a:t> Boole </a:t>
            </a:r>
            <a:r>
              <a:rPr lang="en-US" dirty="0" err="1" smtClean="0"/>
              <a:t>dari</a:t>
            </a:r>
            <a:r>
              <a:rPr lang="en-US" dirty="0" smtClean="0"/>
              <a:t> diagram </a:t>
            </a:r>
            <a:r>
              <a:rPr lang="en-US" dirty="0" err="1" smtClean="0"/>
              <a:t>logika</a:t>
            </a:r>
            <a:r>
              <a:rPr lang="en-US" dirty="0" smtClean="0"/>
              <a:t> </a:t>
            </a:r>
            <a:r>
              <a:rPr lang="en-US" dirty="0" err="1" smtClean="0"/>
              <a:t>dibawah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83" y="2653506"/>
            <a:ext cx="764857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20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T1=(CD)’ = C’+D’</a:t>
            </a:r>
          </a:p>
          <a:p>
            <a:r>
              <a:rPr lang="en-US" dirty="0" smtClean="0"/>
              <a:t>T2=(BC’)’ = B’ + C; T2’ = BC’</a:t>
            </a:r>
          </a:p>
          <a:p>
            <a:r>
              <a:rPr lang="en-US" dirty="0" smtClean="0"/>
              <a:t>T3=(T1B’)’ = T1’ + B = (CD) + B</a:t>
            </a:r>
          </a:p>
          <a:p>
            <a:r>
              <a:rPr lang="en-US" dirty="0" smtClean="0"/>
              <a:t>T4=(T3A)’ = T3’ + A’ = (B+CD)’ + A’ = B’ . (C’ + D’) + A’ = A’ + B’C’ +B’D’</a:t>
            </a:r>
          </a:p>
          <a:p>
            <a:r>
              <a:rPr lang="en-US" dirty="0" smtClean="0"/>
              <a:t>T4’ = (T3A) =(B+CD)A</a:t>
            </a:r>
          </a:p>
          <a:p>
            <a:r>
              <a:rPr lang="en-US" dirty="0" smtClean="0"/>
              <a:t>F = (T4. T2)’ = T4’ + T2’ =  A(B+CD) + BC’ = AB + ACD +BC’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009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err="1" smtClean="0"/>
              <a:t>Latihan</a:t>
            </a:r>
            <a:r>
              <a:rPr lang="en-US" dirty="0"/>
              <a:t> </a:t>
            </a:r>
            <a:r>
              <a:rPr lang="en-US" dirty="0" smtClean="0"/>
              <a:t>: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67" y="1325563"/>
            <a:ext cx="10515600" cy="4351338"/>
          </a:xfrm>
        </p:spPr>
        <p:txBody>
          <a:bodyPr/>
          <a:lstStyle/>
          <a:p>
            <a:r>
              <a:rPr lang="en-US" dirty="0" err="1" smtClean="0"/>
              <a:t>Turunkan</a:t>
            </a:r>
            <a:r>
              <a:rPr lang="en-US" dirty="0" smtClean="0"/>
              <a:t> </a:t>
            </a:r>
            <a:r>
              <a:rPr lang="en-US" dirty="0" err="1" smtClean="0"/>
              <a:t>latihan</a:t>
            </a:r>
            <a:r>
              <a:rPr lang="en-US" dirty="0" smtClean="0"/>
              <a:t> 2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bentuk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truth table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954714"/>
              </p:ext>
            </p:extLst>
          </p:nvPr>
        </p:nvGraphicFramePr>
        <p:xfrm>
          <a:off x="4418779" y="258752"/>
          <a:ext cx="631558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732"/>
                <a:gridCol w="701732"/>
                <a:gridCol w="701732"/>
                <a:gridCol w="701732"/>
                <a:gridCol w="701732"/>
                <a:gridCol w="701732"/>
                <a:gridCol w="701732"/>
                <a:gridCol w="701732"/>
                <a:gridCol w="701732"/>
              </a:tblGrid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0984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0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 = AB + ACD +BC’</a:t>
            </a:r>
          </a:p>
          <a:p>
            <a:r>
              <a:rPr lang="en-US" dirty="0" err="1" smtClean="0"/>
              <a:t>Carilah</a:t>
            </a:r>
            <a:r>
              <a:rPr lang="en-US" dirty="0" smtClean="0"/>
              <a:t> </a:t>
            </a:r>
            <a:r>
              <a:rPr lang="en-US" dirty="0" err="1" smtClean="0"/>
              <a:t>bentuk</a:t>
            </a:r>
            <a:r>
              <a:rPr lang="en-US" dirty="0" smtClean="0"/>
              <a:t> paling </a:t>
            </a:r>
            <a:r>
              <a:rPr lang="en-US" dirty="0" err="1" smtClean="0"/>
              <a:t>sederhana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Karnaugh</a:t>
            </a:r>
            <a:r>
              <a:rPr lang="en-US" dirty="0" smtClean="0"/>
              <a:t> Map</a:t>
            </a:r>
          </a:p>
          <a:p>
            <a:r>
              <a:rPr lang="en-US" dirty="0" err="1" smtClean="0"/>
              <a:t>Didapat</a:t>
            </a:r>
            <a:r>
              <a:rPr lang="en-US" dirty="0" smtClean="0"/>
              <a:t> </a:t>
            </a:r>
            <a:r>
              <a:rPr lang="en-US" dirty="0" err="1" smtClean="0"/>
              <a:t>sama</a:t>
            </a:r>
            <a:r>
              <a:rPr lang="en-US" dirty="0" smtClean="0"/>
              <a:t> : F= AB + ACD + BC’ 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786951"/>
              </p:ext>
            </p:extLst>
          </p:nvPr>
        </p:nvGraphicFramePr>
        <p:xfrm>
          <a:off x="2619198" y="3649188"/>
          <a:ext cx="32692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73"/>
                <a:gridCol w="590308"/>
                <a:gridCol w="544010"/>
                <a:gridCol w="590309"/>
                <a:gridCol w="72920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AB\CD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271252" y="4793226"/>
            <a:ext cx="4011561" cy="35396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569110" y="4365523"/>
            <a:ext cx="958645" cy="7816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660490" y="4660490"/>
            <a:ext cx="427704" cy="81116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45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Latihan</a:t>
            </a:r>
            <a:r>
              <a:rPr lang="en-US" dirty="0" smtClean="0"/>
              <a:t> :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Ubah</a:t>
            </a:r>
            <a:r>
              <a:rPr lang="en-US" dirty="0" smtClean="0"/>
              <a:t> logic gate NAND </a:t>
            </a:r>
            <a:r>
              <a:rPr lang="en-US" dirty="0" err="1" smtClean="0"/>
              <a:t>berikut</a:t>
            </a:r>
            <a:r>
              <a:rPr lang="en-US" dirty="0" smtClean="0"/>
              <a:t> </a:t>
            </a:r>
            <a:r>
              <a:rPr lang="en-US" dirty="0" err="1" smtClean="0"/>
              <a:t>menjadi</a:t>
            </a:r>
            <a:r>
              <a:rPr lang="en-US" dirty="0" smtClean="0"/>
              <a:t> AND/OR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183" y="2510220"/>
            <a:ext cx="5688507" cy="186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138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Jawab</a:t>
            </a:r>
            <a:r>
              <a:rPr lang="en-US" dirty="0" smtClean="0"/>
              <a:t> :</a:t>
            </a:r>
          </a:p>
          <a:p>
            <a:r>
              <a:rPr lang="en-US" dirty="0" err="1" smtClean="0"/>
              <a:t>Ganti</a:t>
            </a:r>
            <a:r>
              <a:rPr lang="en-US" dirty="0" smtClean="0"/>
              <a:t> </a:t>
            </a:r>
            <a:r>
              <a:rPr lang="en-US" dirty="0" err="1" smtClean="0"/>
              <a:t>setiap</a:t>
            </a:r>
            <a:r>
              <a:rPr lang="en-US" dirty="0" smtClean="0"/>
              <a:t> NAND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tingkat</a:t>
            </a:r>
            <a:r>
              <a:rPr lang="en-US" dirty="0" smtClean="0"/>
              <a:t> </a:t>
            </a:r>
            <a:r>
              <a:rPr lang="en-US" dirty="0" err="1" smtClean="0"/>
              <a:t>ganjil</a:t>
            </a:r>
            <a:r>
              <a:rPr lang="en-US" dirty="0" smtClean="0"/>
              <a:t>, </a:t>
            </a:r>
            <a:r>
              <a:rPr lang="en-US" dirty="0" err="1" smtClean="0"/>
              <a:t>menjadi</a:t>
            </a:r>
            <a:r>
              <a:rPr lang="en-US" dirty="0" smtClean="0"/>
              <a:t> OR, </a:t>
            </a:r>
            <a:r>
              <a:rPr lang="en-US" dirty="0" err="1" smtClean="0"/>
              <a:t>kemudian</a:t>
            </a:r>
            <a:r>
              <a:rPr lang="en-US" dirty="0" smtClean="0"/>
              <a:t> invert-</a:t>
            </a:r>
            <a:r>
              <a:rPr lang="en-US" dirty="0" err="1" smtClean="0"/>
              <a:t>kan</a:t>
            </a:r>
            <a:r>
              <a:rPr lang="en-US" dirty="0" smtClean="0"/>
              <a:t> input OR</a:t>
            </a:r>
          </a:p>
          <a:p>
            <a:r>
              <a:rPr lang="en-US" dirty="0" err="1" smtClean="0"/>
              <a:t>Misal</a:t>
            </a:r>
            <a:r>
              <a:rPr lang="en-US" dirty="0" smtClean="0"/>
              <a:t> : </a:t>
            </a:r>
          </a:p>
          <a:p>
            <a:r>
              <a:rPr lang="en-US" dirty="0" smtClean="0"/>
              <a:t>T1=(CD)’ </a:t>
            </a:r>
          </a:p>
          <a:p>
            <a:r>
              <a:rPr lang="en-US" dirty="0" smtClean="0"/>
              <a:t>T2= (T1 B’)’</a:t>
            </a:r>
          </a:p>
          <a:p>
            <a:r>
              <a:rPr lang="en-US" dirty="0" smtClean="0"/>
              <a:t>T2 = T1’ + B </a:t>
            </a:r>
          </a:p>
          <a:p>
            <a:r>
              <a:rPr lang="en-US" dirty="0" smtClean="0"/>
              <a:t>T3 =( T2A )’</a:t>
            </a:r>
          </a:p>
          <a:p>
            <a:r>
              <a:rPr lang="en-US" dirty="0" smtClean="0"/>
              <a:t>T4 = (T3 . (BC)’ )’</a:t>
            </a:r>
          </a:p>
          <a:p>
            <a:r>
              <a:rPr lang="en-US" dirty="0" smtClean="0"/>
              <a:t>T4 = T3’ + ((BC)’)’ </a:t>
            </a:r>
            <a:endParaRPr lang="en-US" dirty="0"/>
          </a:p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068996"/>
            <a:ext cx="5181600" cy="21079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027" y="1690688"/>
            <a:ext cx="5109773" cy="215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7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6118"/>
            <a:ext cx="10515600" cy="4351338"/>
          </a:xfrm>
        </p:spPr>
        <p:txBody>
          <a:bodyPr/>
          <a:lstStyle/>
          <a:p>
            <a:r>
              <a:rPr lang="en-US" dirty="0" err="1" smtClean="0"/>
              <a:t>Untuk</a:t>
            </a:r>
            <a:r>
              <a:rPr lang="en-US" dirty="0" smtClean="0"/>
              <a:t> unit invert yang </a:t>
            </a:r>
            <a:r>
              <a:rPr lang="en-US" dirty="0" err="1" smtClean="0"/>
              <a:t>berurutan</a:t>
            </a:r>
            <a:r>
              <a:rPr lang="en-US" dirty="0" smtClean="0"/>
              <a:t>,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diabaikan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304" y="4365564"/>
            <a:ext cx="6192324" cy="21728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037" y="1851952"/>
            <a:ext cx="6142859" cy="219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2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NOR = Not + OR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315" y="1177738"/>
            <a:ext cx="5428571" cy="11809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315" y="2588579"/>
            <a:ext cx="5428571" cy="12664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409" y="4084870"/>
            <a:ext cx="5552381" cy="2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52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Latihan</a:t>
            </a:r>
            <a:r>
              <a:rPr lang="en-US" dirty="0" smtClean="0"/>
              <a:t> :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 smtClean="0"/>
              <a:t>Implementasikan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dirty="0" err="1" smtClean="0"/>
              <a:t>berikut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gate logic NOR</a:t>
            </a:r>
          </a:p>
          <a:p>
            <a:r>
              <a:rPr lang="en-US" dirty="0" smtClean="0"/>
              <a:t>F=A(B+CD) + </a:t>
            </a:r>
            <a:r>
              <a:rPr lang="en-US" dirty="0" smtClean="0"/>
              <a:t>BC’</a:t>
            </a:r>
            <a:endParaRPr lang="en-US" dirty="0" smtClean="0"/>
          </a:p>
          <a:p>
            <a:r>
              <a:rPr lang="en-US" dirty="0" err="1" smtClean="0"/>
              <a:t>Perhatikan</a:t>
            </a:r>
            <a:r>
              <a:rPr lang="en-US" dirty="0" smtClean="0"/>
              <a:t> : </a:t>
            </a:r>
          </a:p>
          <a:p>
            <a:pPr lvl="1"/>
            <a:r>
              <a:rPr lang="en-US" dirty="0" smtClean="0"/>
              <a:t>2 Gate NOR yang </a:t>
            </a:r>
            <a:r>
              <a:rPr lang="en-US" dirty="0" err="1" smtClean="0"/>
              <a:t>berurutan</a:t>
            </a:r>
            <a:r>
              <a:rPr lang="en-US" dirty="0" smtClean="0"/>
              <a:t> </a:t>
            </a:r>
            <a:r>
              <a:rPr lang="en-US" dirty="0" err="1" smtClean="0"/>
              <a:t>boleh</a:t>
            </a:r>
            <a:r>
              <a:rPr lang="en-US" dirty="0" smtClean="0"/>
              <a:t> </a:t>
            </a:r>
            <a:r>
              <a:rPr lang="en-US" dirty="0" err="1" smtClean="0"/>
              <a:t>dihapus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281" y="4483510"/>
            <a:ext cx="4653437" cy="16934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748" y="365125"/>
            <a:ext cx="4504503" cy="39697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748" y="4483510"/>
            <a:ext cx="4226518" cy="184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21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Latihan</a:t>
            </a:r>
            <a:r>
              <a:rPr lang="en-US" dirty="0" smtClean="0"/>
              <a:t> : 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5690" y="1825625"/>
            <a:ext cx="5474110" cy="4351338"/>
          </a:xfrm>
        </p:spPr>
        <p:txBody>
          <a:bodyPr/>
          <a:lstStyle/>
          <a:p>
            <a:r>
              <a:rPr lang="en-US" dirty="0" err="1" smtClean="0"/>
              <a:t>Implementasikan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gate NOR</a:t>
            </a:r>
          </a:p>
          <a:p>
            <a:r>
              <a:rPr lang="en-US" i="1" dirty="0" smtClean="0"/>
              <a:t>F(A,B,C,D)=∑(0,1,3,7,8,9,10,14,15)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Untuk</a:t>
            </a:r>
            <a:r>
              <a:rPr lang="en-US" dirty="0" smtClean="0"/>
              <a:t> SOP : </a:t>
            </a:r>
          </a:p>
          <a:p>
            <a:pPr lvl="1"/>
            <a:r>
              <a:rPr lang="en-US" dirty="0" smtClean="0"/>
              <a:t>F=B’C’ + A’CD + BCD + ACD’</a:t>
            </a:r>
          </a:p>
          <a:p>
            <a:r>
              <a:rPr lang="en-US" dirty="0" err="1" smtClean="0"/>
              <a:t>Untuk</a:t>
            </a:r>
            <a:r>
              <a:rPr lang="en-US" dirty="0" smtClean="0"/>
              <a:t> POS:</a:t>
            </a:r>
          </a:p>
          <a:p>
            <a:pPr lvl="1"/>
            <a:r>
              <a:rPr lang="en-US" dirty="0" smtClean="0"/>
              <a:t>F = (B’+C) (A+C’+D) (A’ + B + C’ + D’)</a:t>
            </a:r>
          </a:p>
          <a:p>
            <a:pPr marL="0" indent="0">
              <a:buNone/>
            </a:pPr>
            <a:endParaRPr lang="en-US" i="1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357" y="655032"/>
            <a:ext cx="3350818" cy="27665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917" y="3556563"/>
            <a:ext cx="3292258" cy="313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23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Transformasi</a:t>
            </a:r>
            <a:r>
              <a:rPr lang="en-US" dirty="0" smtClean="0"/>
              <a:t> gate NOR </a:t>
            </a:r>
            <a:r>
              <a:rPr lang="en-US" dirty="0" err="1" smtClean="0"/>
              <a:t>menjadi</a:t>
            </a:r>
            <a:r>
              <a:rPr lang="en-US" dirty="0" smtClean="0"/>
              <a:t>  AND/OR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dasarnya</a:t>
            </a:r>
            <a:r>
              <a:rPr lang="en-US" dirty="0" smtClean="0"/>
              <a:t> : NOR</a:t>
            </a:r>
          </a:p>
          <a:p>
            <a:pPr lvl="1"/>
            <a:r>
              <a:rPr lang="en-US" dirty="0" smtClean="0"/>
              <a:t>F = (A+B+C)’</a:t>
            </a:r>
          </a:p>
          <a:p>
            <a:r>
              <a:rPr lang="en-US" dirty="0" err="1" smtClean="0"/>
              <a:t>Teorema</a:t>
            </a:r>
            <a:r>
              <a:rPr lang="en-US" dirty="0" smtClean="0"/>
              <a:t> De Morgan </a:t>
            </a:r>
          </a:p>
          <a:p>
            <a:pPr lvl="1"/>
            <a:r>
              <a:rPr lang="en-US" dirty="0" smtClean="0"/>
              <a:t>F=A’.B’.C’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3784734"/>
            <a:ext cx="3838095" cy="13238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142" y="3784734"/>
            <a:ext cx="5448714" cy="146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61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Transformasi</a:t>
            </a:r>
            <a:r>
              <a:rPr lang="en-US" dirty="0" smtClean="0"/>
              <a:t> NOR </a:t>
            </a:r>
            <a:r>
              <a:rPr lang="en-US" dirty="0" err="1" smtClean="0"/>
              <a:t>menjadi</a:t>
            </a:r>
            <a:r>
              <a:rPr lang="en-US" dirty="0" smtClean="0"/>
              <a:t> AND/OR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 smtClean="0"/>
              <a:t>Pemilihan</a:t>
            </a:r>
            <a:r>
              <a:rPr lang="en-US" dirty="0" smtClean="0"/>
              <a:t> gate NOR yang </a:t>
            </a:r>
            <a:r>
              <a:rPr lang="en-US" dirty="0" err="1" smtClean="0"/>
              <a:t>menjadi</a:t>
            </a:r>
            <a:r>
              <a:rPr lang="en-US" dirty="0" smtClean="0"/>
              <a:t> AND </a:t>
            </a:r>
            <a:r>
              <a:rPr lang="en-US" dirty="0" err="1" smtClean="0"/>
              <a:t>diselang-seling</a:t>
            </a:r>
            <a:endParaRPr lang="en-US" dirty="0" smtClean="0"/>
          </a:p>
          <a:p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581" y="1542681"/>
            <a:ext cx="4852219" cy="12839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293" y="3089030"/>
            <a:ext cx="4910793" cy="13606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581" y="4712145"/>
            <a:ext cx="3638939" cy="172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5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Gate yang paling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dipakai</a:t>
            </a:r>
            <a:r>
              <a:rPr lang="en-US" dirty="0" smtClean="0"/>
              <a:t> di IC </a:t>
            </a:r>
            <a:r>
              <a:rPr lang="en-US" dirty="0" err="1" smtClean="0"/>
              <a:t>adalah</a:t>
            </a:r>
            <a:r>
              <a:rPr lang="en-US" dirty="0" smtClean="0"/>
              <a:t> NAND </a:t>
            </a:r>
            <a:r>
              <a:rPr lang="en-US" dirty="0" err="1" smtClean="0"/>
              <a:t>dan</a:t>
            </a:r>
            <a:r>
              <a:rPr lang="en-US" dirty="0" smtClean="0"/>
              <a:t> NOR.</a:t>
            </a:r>
          </a:p>
          <a:p>
            <a:r>
              <a:rPr lang="en-US" dirty="0" err="1" smtClean="0"/>
              <a:t>Beberapa</a:t>
            </a:r>
            <a:r>
              <a:rPr lang="en-US" dirty="0" smtClean="0"/>
              <a:t> gate NAND </a:t>
            </a:r>
            <a:r>
              <a:rPr lang="en-US" dirty="0" err="1" smtClean="0"/>
              <a:t>dan</a:t>
            </a:r>
            <a:r>
              <a:rPr lang="en-US" dirty="0" smtClean="0"/>
              <a:t> NOR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hubungan</a:t>
            </a:r>
            <a:r>
              <a:rPr lang="en-US" dirty="0" smtClean="0"/>
              <a:t> </a:t>
            </a:r>
            <a:r>
              <a:rPr lang="en-US" dirty="0" err="1" smtClean="0"/>
              <a:t>kawat</a:t>
            </a:r>
            <a:r>
              <a:rPr lang="en-US" dirty="0" smtClean="0"/>
              <a:t> (wired) </a:t>
            </a:r>
            <a:r>
              <a:rPr lang="en-US" dirty="0" err="1" smtClean="0"/>
              <a:t>pada</a:t>
            </a:r>
            <a:r>
              <a:rPr lang="en-US" dirty="0" smtClean="0"/>
              <a:t> output </a:t>
            </a:r>
            <a:r>
              <a:rPr lang="en-US" dirty="0" err="1" smtClean="0"/>
              <a:t>gerbangnya</a:t>
            </a:r>
            <a:r>
              <a:rPr lang="en-US" dirty="0" smtClean="0"/>
              <a:t> 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logic </a:t>
            </a:r>
            <a:r>
              <a:rPr lang="en-US" dirty="0" err="1" smtClean="0"/>
              <a:t>tertentu</a:t>
            </a:r>
            <a:r>
              <a:rPr lang="en-US" dirty="0" smtClean="0"/>
              <a:t>. </a:t>
            </a:r>
          </a:p>
          <a:p>
            <a:pPr lvl="1"/>
            <a:r>
              <a:rPr lang="en-US" sz="2800" dirty="0" err="1" smtClean="0"/>
              <a:t>Prinsip</a:t>
            </a:r>
            <a:r>
              <a:rPr lang="en-US" sz="2800" dirty="0" smtClean="0"/>
              <a:t> </a:t>
            </a:r>
            <a:r>
              <a:rPr lang="en-US" sz="2800" dirty="0" err="1" smtClean="0"/>
              <a:t>ini</a:t>
            </a:r>
            <a:r>
              <a:rPr lang="en-US" sz="2800" dirty="0" smtClean="0"/>
              <a:t> </a:t>
            </a:r>
            <a:r>
              <a:rPr lang="en-US" sz="2800" dirty="0" err="1" smtClean="0"/>
              <a:t>disebut</a:t>
            </a:r>
            <a:r>
              <a:rPr lang="en-US" sz="2800" dirty="0" smtClean="0"/>
              <a:t> </a:t>
            </a:r>
            <a:r>
              <a:rPr lang="en-US" sz="2800" dirty="0" err="1" smtClean="0"/>
              <a:t>logika</a:t>
            </a:r>
            <a:r>
              <a:rPr lang="en-US" sz="2800" dirty="0" smtClean="0"/>
              <a:t> </a:t>
            </a:r>
            <a:r>
              <a:rPr lang="en-US" sz="2800" dirty="0" err="1" smtClean="0"/>
              <a:t>terhubung</a:t>
            </a:r>
            <a:r>
              <a:rPr lang="en-US" sz="2800" dirty="0" smtClean="0"/>
              <a:t> (wired logic)</a:t>
            </a:r>
          </a:p>
          <a:p>
            <a:r>
              <a:rPr lang="en-US" sz="3200" dirty="0" err="1" smtClean="0"/>
              <a:t>Dua</a:t>
            </a:r>
            <a:r>
              <a:rPr lang="en-US" sz="3200" dirty="0" smtClean="0"/>
              <a:t> </a:t>
            </a:r>
            <a:r>
              <a:rPr lang="en-US" sz="3200" dirty="0" err="1" smtClean="0"/>
              <a:t>gerbang</a:t>
            </a:r>
            <a:r>
              <a:rPr lang="en-US" sz="3200" dirty="0" smtClean="0"/>
              <a:t> NAND TTL </a:t>
            </a:r>
            <a:r>
              <a:rPr lang="en-US" sz="3200" dirty="0" err="1" smtClean="0"/>
              <a:t>kolektor</a:t>
            </a:r>
            <a:r>
              <a:rPr lang="en-US" sz="3200" dirty="0" smtClean="0"/>
              <a:t> </a:t>
            </a:r>
            <a:r>
              <a:rPr lang="en-US" sz="3200" dirty="0" err="1" smtClean="0"/>
              <a:t>terbuka</a:t>
            </a:r>
            <a:r>
              <a:rPr lang="en-US" sz="3200" dirty="0" smtClean="0"/>
              <a:t> </a:t>
            </a:r>
            <a:r>
              <a:rPr lang="en-US" sz="3200" dirty="0" err="1" smtClean="0"/>
              <a:t>terhubung</a:t>
            </a:r>
            <a:r>
              <a:rPr lang="en-US" sz="3200" dirty="0" smtClean="0"/>
              <a:t> </a:t>
            </a:r>
            <a:r>
              <a:rPr lang="en-US" sz="3200" dirty="0" err="1" smtClean="0"/>
              <a:t>dengan</a:t>
            </a:r>
            <a:r>
              <a:rPr lang="en-US" sz="3200" dirty="0" smtClean="0"/>
              <a:t> </a:t>
            </a:r>
            <a:r>
              <a:rPr lang="en-US" sz="3200" dirty="0" err="1" smtClean="0"/>
              <a:t>gerbang</a:t>
            </a:r>
            <a:r>
              <a:rPr lang="en-US" sz="3200" dirty="0" smtClean="0"/>
              <a:t> AND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F=(AB)’.(CD)’= (AB +CD)’</a:t>
            </a:r>
          </a:p>
          <a:p>
            <a:endParaRPr lang="en-US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896" y="4407672"/>
            <a:ext cx="3928755" cy="199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49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Untuk</a:t>
            </a:r>
            <a:r>
              <a:rPr lang="en-US" dirty="0" smtClean="0"/>
              <a:t> gate NOR, </a:t>
            </a:r>
            <a:r>
              <a:rPr lang="en-US" dirty="0" err="1" smtClean="0"/>
              <a:t>disatukan</a:t>
            </a:r>
            <a:r>
              <a:rPr lang="en-US" dirty="0" smtClean="0"/>
              <a:t> </a:t>
            </a:r>
            <a:r>
              <a:rPr lang="en-US" dirty="0" err="1" smtClean="0"/>
              <a:t>lewat</a:t>
            </a:r>
            <a:r>
              <a:rPr lang="en-US" dirty="0" smtClean="0"/>
              <a:t> gate OR yang </a:t>
            </a:r>
            <a:r>
              <a:rPr lang="en-US" dirty="0" err="1" smtClean="0"/>
              <a:t>terhubung</a:t>
            </a:r>
            <a:endParaRPr lang="en-US" dirty="0" smtClean="0"/>
          </a:p>
          <a:p>
            <a:r>
              <a:rPr lang="en-US" dirty="0" smtClean="0"/>
              <a:t>F=(A+B)’ + (C+D)’ = ((A+B)(C+D))’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kedua</a:t>
            </a:r>
            <a:r>
              <a:rPr lang="en-US" dirty="0" smtClean="0"/>
              <a:t> </a:t>
            </a:r>
            <a:r>
              <a:rPr lang="en-US" dirty="0" err="1" smtClean="0"/>
              <a:t>kasus</a:t>
            </a:r>
            <a:r>
              <a:rPr lang="en-US" dirty="0" smtClean="0"/>
              <a:t>,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memiliki</a:t>
            </a:r>
            <a:r>
              <a:rPr lang="en-US" dirty="0" smtClean="0"/>
              <a:t> gate 2 </a:t>
            </a:r>
            <a:r>
              <a:rPr lang="en-US" dirty="0" err="1" smtClean="0"/>
              <a:t>tingkat</a:t>
            </a:r>
            <a:r>
              <a:rPr lang="en-US" dirty="0" smtClean="0"/>
              <a:t> NAND dg AND ; </a:t>
            </a:r>
            <a:r>
              <a:rPr lang="en-US" dirty="0" err="1" smtClean="0"/>
              <a:t>atau</a:t>
            </a:r>
            <a:r>
              <a:rPr lang="en-US" dirty="0" smtClean="0"/>
              <a:t> ; NOR </a:t>
            </a:r>
            <a:r>
              <a:rPr lang="en-US" dirty="0" err="1" smtClean="0"/>
              <a:t>dengan</a:t>
            </a:r>
            <a:r>
              <a:rPr lang="en-US" dirty="0" smtClean="0"/>
              <a:t> AND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319" y="2752863"/>
            <a:ext cx="5504762" cy="2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0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Bentuk</a:t>
            </a:r>
            <a:r>
              <a:rPr lang="en-US" dirty="0" smtClean="0"/>
              <a:t> gate 2 </a:t>
            </a:r>
            <a:r>
              <a:rPr lang="en-US" dirty="0" err="1" smtClean="0"/>
              <a:t>tingkat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umum</a:t>
            </a:r>
            <a:r>
              <a:rPr lang="en-US" dirty="0" smtClean="0"/>
              <a:t> di </a:t>
            </a:r>
            <a:r>
              <a:rPr lang="en-US" dirty="0" err="1" smtClean="0"/>
              <a:t>pakai</a:t>
            </a:r>
            <a:r>
              <a:rPr lang="en-US" dirty="0" smtClean="0"/>
              <a:t> di </a:t>
            </a:r>
            <a:r>
              <a:rPr lang="en-US" dirty="0" err="1" smtClean="0"/>
              <a:t>rangkaian</a:t>
            </a:r>
            <a:r>
              <a:rPr lang="en-US" dirty="0" smtClean="0"/>
              <a:t> </a:t>
            </a:r>
            <a:r>
              <a:rPr lang="en-US" dirty="0" err="1" smtClean="0"/>
              <a:t>logika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g1 </a:t>
            </a:r>
            <a:r>
              <a:rPr lang="en-US" dirty="0" err="1" smtClean="0"/>
              <a:t>mewakili</a:t>
            </a:r>
            <a:r>
              <a:rPr lang="en-US" dirty="0" smtClean="0"/>
              <a:t> gate </a:t>
            </a:r>
            <a:r>
              <a:rPr lang="en-US" dirty="0" err="1" smtClean="0"/>
              <a:t>pertama</a:t>
            </a:r>
            <a:r>
              <a:rPr lang="en-US" dirty="0" smtClean="0"/>
              <a:t>, g2 </a:t>
            </a:r>
            <a:r>
              <a:rPr lang="en-US" dirty="0" err="1" smtClean="0"/>
              <a:t>mewakili</a:t>
            </a:r>
            <a:r>
              <a:rPr lang="en-US" dirty="0" smtClean="0"/>
              <a:t> gate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dua</a:t>
            </a:r>
            <a:endParaRPr lang="en-US" dirty="0" smtClean="0"/>
          </a:p>
          <a:p>
            <a:r>
              <a:rPr lang="en-US" dirty="0" smtClean="0"/>
              <a:t>Ada 4 </a:t>
            </a:r>
            <a:r>
              <a:rPr lang="en-US" dirty="0" err="1" smtClean="0"/>
              <a:t>jenis</a:t>
            </a:r>
            <a:r>
              <a:rPr lang="en-US" dirty="0" smtClean="0"/>
              <a:t> gate yang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kenal</a:t>
            </a:r>
            <a:r>
              <a:rPr lang="en-US" dirty="0" smtClean="0"/>
              <a:t>, </a:t>
            </a:r>
            <a:r>
              <a:rPr lang="en-US" dirty="0" err="1" smtClean="0"/>
              <a:t>yaitu</a:t>
            </a:r>
            <a:r>
              <a:rPr lang="en-US" dirty="0" smtClean="0"/>
              <a:t> AND, OR, NAND </a:t>
            </a:r>
            <a:r>
              <a:rPr lang="en-US" dirty="0" err="1" smtClean="0"/>
              <a:t>dan</a:t>
            </a:r>
            <a:r>
              <a:rPr lang="en-US" dirty="0" smtClean="0"/>
              <a:t> NOR.</a:t>
            </a:r>
          </a:p>
          <a:p>
            <a:pPr lvl="1"/>
            <a:r>
              <a:rPr lang="en-US" dirty="0" smtClean="0"/>
              <a:t>Ada 16 </a:t>
            </a:r>
            <a:r>
              <a:rPr lang="en-US" dirty="0" err="1" smtClean="0"/>
              <a:t>kombinasi</a:t>
            </a:r>
            <a:r>
              <a:rPr lang="en-US" dirty="0" smtClean="0"/>
              <a:t> gate </a:t>
            </a:r>
            <a:r>
              <a:rPr lang="en-US" dirty="0" err="1" smtClean="0"/>
              <a:t>terbentuk</a:t>
            </a:r>
            <a:endParaRPr lang="en-US" dirty="0" smtClean="0"/>
          </a:p>
          <a:p>
            <a:r>
              <a:rPr lang="en-US" dirty="0" smtClean="0"/>
              <a:t>Dari 8 </a:t>
            </a:r>
            <a:r>
              <a:rPr lang="en-US" dirty="0" err="1" smtClean="0"/>
              <a:t>kombinasi</a:t>
            </a:r>
            <a:r>
              <a:rPr lang="en-US" dirty="0" smtClean="0"/>
              <a:t> </a:t>
            </a:r>
            <a:r>
              <a:rPr lang="en-US" dirty="0" err="1" smtClean="0"/>
              <a:t>tersebut</a:t>
            </a:r>
            <a:r>
              <a:rPr lang="en-US" dirty="0" smtClean="0"/>
              <a:t> </a:t>
            </a:r>
            <a:r>
              <a:rPr lang="en-US" dirty="0" err="1" smtClean="0"/>
              <a:t>disebut</a:t>
            </a:r>
            <a:r>
              <a:rPr lang="en-US" dirty="0" smtClean="0"/>
              <a:t> degenerate form</a:t>
            </a:r>
          </a:p>
          <a:p>
            <a:r>
              <a:rPr lang="en-US" dirty="0" err="1" smtClean="0"/>
              <a:t>Sedangkan</a:t>
            </a:r>
            <a:r>
              <a:rPr lang="en-US" dirty="0" smtClean="0"/>
              <a:t> 8 </a:t>
            </a:r>
            <a:r>
              <a:rPr lang="en-US" dirty="0" err="1" smtClean="0"/>
              <a:t>kombinasi</a:t>
            </a:r>
            <a:r>
              <a:rPr lang="en-US" dirty="0" smtClean="0"/>
              <a:t> </a:t>
            </a:r>
            <a:r>
              <a:rPr lang="en-US" dirty="0" err="1" smtClean="0"/>
              <a:t>lainnya</a:t>
            </a:r>
            <a:r>
              <a:rPr lang="en-US" dirty="0" smtClean="0"/>
              <a:t> </a:t>
            </a:r>
            <a:r>
              <a:rPr lang="en-US" dirty="0" err="1" smtClean="0"/>
              <a:t>disebut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non degenerate form</a:t>
            </a:r>
          </a:p>
          <a:p>
            <a:r>
              <a:rPr lang="en-US" dirty="0" smtClean="0"/>
              <a:t>Yang </a:t>
            </a:r>
            <a:r>
              <a:rPr lang="en-US" dirty="0" err="1" smtClean="0"/>
              <a:t>termasuk</a:t>
            </a:r>
            <a:r>
              <a:rPr lang="en-US" dirty="0" smtClean="0"/>
              <a:t> non degenerate form </a:t>
            </a:r>
            <a:r>
              <a:rPr lang="en-US" dirty="0" err="1" smtClean="0"/>
              <a:t>adalah</a:t>
            </a:r>
            <a:endParaRPr lang="en-US" dirty="0" smtClean="0"/>
          </a:p>
          <a:p>
            <a:pPr lvl="1"/>
            <a:r>
              <a:rPr lang="en-US" dirty="0" smtClean="0"/>
              <a:t>AND/OR; NAND/NAND, NOR/OR; OR/NAND;</a:t>
            </a:r>
          </a:p>
          <a:p>
            <a:pPr lvl="1"/>
            <a:r>
              <a:rPr lang="en-US" dirty="0" smtClean="0"/>
              <a:t>OR/AND; NOR/NOR; NAND/AND; AND/NOR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331" y="3395362"/>
            <a:ext cx="2680844" cy="278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138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7270"/>
            <a:ext cx="10515600" cy="4351338"/>
          </a:xfrm>
        </p:spPr>
        <p:txBody>
          <a:bodyPr/>
          <a:lstStyle/>
          <a:p>
            <a:r>
              <a:rPr lang="en-US" dirty="0" smtClean="0"/>
              <a:t>Dari 8 </a:t>
            </a:r>
            <a:r>
              <a:rPr lang="en-US" dirty="0" err="1" smtClean="0"/>
              <a:t>kombinasi</a:t>
            </a:r>
            <a:r>
              <a:rPr lang="en-US" dirty="0" smtClean="0"/>
              <a:t> </a:t>
            </a:r>
            <a:r>
              <a:rPr lang="en-US" dirty="0" err="1" smtClean="0"/>
              <a:t>diatas</a:t>
            </a:r>
            <a:r>
              <a:rPr lang="en-US" dirty="0" smtClean="0"/>
              <a:t>, 4 </a:t>
            </a:r>
            <a:r>
              <a:rPr lang="en-US" dirty="0" err="1" smtClean="0"/>
              <a:t>kombinasi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SOP </a:t>
            </a:r>
            <a:r>
              <a:rPr lang="en-US" dirty="0" err="1" smtClean="0"/>
              <a:t>dan</a:t>
            </a:r>
            <a:r>
              <a:rPr lang="en-US" dirty="0" smtClean="0"/>
              <a:t> 4 </a:t>
            </a:r>
            <a:r>
              <a:rPr lang="en-US" dirty="0" err="1" smtClean="0"/>
              <a:t>kombinasi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POS</a:t>
            </a:r>
          </a:p>
          <a:p>
            <a:r>
              <a:rPr lang="en-US" dirty="0" err="1" smtClean="0"/>
              <a:t>Kombinasi</a:t>
            </a:r>
            <a:r>
              <a:rPr lang="en-US" dirty="0" smtClean="0"/>
              <a:t> NOR/OR, NAND/AND, OR/NAND, AND/NOR</a:t>
            </a:r>
          </a:p>
          <a:p>
            <a:pPr marL="0" indent="0">
              <a:buNone/>
            </a:pPr>
            <a:r>
              <a:rPr lang="en-US" dirty="0" smtClean="0"/>
              <a:t> F=(A+B)’ + (C+D)’ + E  = A’B’ + C’D’ + 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429" y="3122939"/>
            <a:ext cx="4895238" cy="180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990" y="3122939"/>
            <a:ext cx="5177333" cy="18284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333" y="5143714"/>
            <a:ext cx="4838095" cy="17142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894" y="5105619"/>
            <a:ext cx="5009524" cy="1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9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Dari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tersebut,terbukti</a:t>
            </a:r>
            <a:r>
              <a:rPr lang="en-US" dirty="0" smtClean="0"/>
              <a:t> </a:t>
            </a:r>
            <a:r>
              <a:rPr lang="en-US" dirty="0" err="1" smtClean="0"/>
              <a:t>bahwa</a:t>
            </a:r>
            <a:r>
              <a:rPr lang="en-US" dirty="0" smtClean="0"/>
              <a:t> POS </a:t>
            </a:r>
            <a:r>
              <a:rPr lang="en-US" dirty="0" err="1" smtClean="0"/>
              <a:t>diimplementasikan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NOR/OR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mengkomplemenkan</a:t>
            </a:r>
            <a:r>
              <a:rPr lang="en-US" dirty="0" smtClean="0"/>
              <a:t> input </a:t>
            </a:r>
            <a:r>
              <a:rPr lang="en-US" dirty="0" err="1" smtClean="0"/>
              <a:t>sebelum</a:t>
            </a:r>
            <a:r>
              <a:rPr lang="en-US" dirty="0" smtClean="0"/>
              <a:t> </a:t>
            </a:r>
            <a:r>
              <a:rPr lang="en-US" dirty="0" err="1" smtClean="0"/>
              <a:t>masuk</a:t>
            </a:r>
            <a:r>
              <a:rPr lang="en-US" dirty="0" smtClean="0"/>
              <a:t> NOR (</a:t>
            </a:r>
            <a:r>
              <a:rPr lang="en-US" dirty="0" err="1" smtClean="0"/>
              <a:t>gatepertama</a:t>
            </a:r>
            <a:r>
              <a:rPr lang="en-US" dirty="0" smtClean="0"/>
              <a:t>)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(a)</a:t>
            </a:r>
          </a:p>
          <a:p>
            <a:r>
              <a:rPr lang="en-US" dirty="0"/>
              <a:t>Dari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tersebut,terbukti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smtClean="0"/>
              <a:t> SOP </a:t>
            </a:r>
            <a:r>
              <a:rPr lang="en-US" dirty="0" err="1" smtClean="0"/>
              <a:t>diimplementasikan</a:t>
            </a:r>
            <a:r>
              <a:rPr lang="en-US" dirty="0" smtClean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smtClean="0"/>
              <a:t>NAND/AND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mengkomplemenkan</a:t>
            </a:r>
            <a:r>
              <a:rPr lang="en-US" dirty="0"/>
              <a:t> input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smtClean="0"/>
              <a:t> NAND </a:t>
            </a:r>
            <a:r>
              <a:rPr lang="en-US" dirty="0"/>
              <a:t>(gate </a:t>
            </a:r>
            <a:r>
              <a:rPr lang="en-US" dirty="0" err="1"/>
              <a:t>pertama</a:t>
            </a:r>
            <a:r>
              <a:rPr lang="en-US" dirty="0"/>
              <a:t>)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smtClean="0"/>
              <a:t>(b)</a:t>
            </a:r>
          </a:p>
          <a:p>
            <a:r>
              <a:rPr lang="en-US" dirty="0"/>
              <a:t>Dari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tersebut,terbukti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POS </a:t>
            </a:r>
            <a:r>
              <a:rPr lang="en-US" dirty="0" err="1"/>
              <a:t>diimplementasikan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smtClean="0"/>
              <a:t>OR/NAND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mengkomplemenkan</a:t>
            </a:r>
            <a:r>
              <a:rPr lang="en-US" dirty="0"/>
              <a:t> input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smtClean="0"/>
              <a:t>OR (gate </a:t>
            </a:r>
            <a:r>
              <a:rPr lang="en-US" dirty="0" err="1" smtClean="0"/>
              <a:t>pertama</a:t>
            </a:r>
            <a:r>
              <a:rPr lang="en-US" dirty="0" smtClean="0"/>
              <a:t>)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(c)</a:t>
            </a:r>
          </a:p>
          <a:p>
            <a:r>
              <a:rPr lang="en-US" dirty="0"/>
              <a:t>Dari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tersebut,terbukti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smtClean="0"/>
              <a:t>SOP </a:t>
            </a:r>
            <a:r>
              <a:rPr lang="en-US" dirty="0" err="1"/>
              <a:t>diimplementasikan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smtClean="0"/>
              <a:t>AND/NOR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mengkomplemenkan</a:t>
            </a:r>
            <a:r>
              <a:rPr lang="en-US" dirty="0"/>
              <a:t> input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US" dirty="0"/>
              <a:t>(gate </a:t>
            </a:r>
            <a:r>
              <a:rPr lang="en-US" dirty="0" err="1"/>
              <a:t>pertama</a:t>
            </a:r>
            <a:r>
              <a:rPr lang="en-US" dirty="0"/>
              <a:t>)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smtClean="0"/>
              <a:t>(d)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6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Latihan</a:t>
            </a:r>
            <a:r>
              <a:rPr lang="en-US" dirty="0" smtClean="0"/>
              <a:t> : 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diberi</a:t>
            </a:r>
            <a:r>
              <a:rPr lang="en-US" dirty="0" smtClean="0"/>
              <a:t> </a:t>
            </a:r>
            <a:r>
              <a:rPr lang="en-US" dirty="0" err="1" smtClean="0"/>
              <a:t>peta</a:t>
            </a:r>
            <a:r>
              <a:rPr lang="en-US" dirty="0" smtClean="0"/>
              <a:t> </a:t>
            </a:r>
            <a:r>
              <a:rPr lang="en-US" dirty="0" err="1" smtClean="0"/>
              <a:t>Karnaugh</a:t>
            </a:r>
            <a:r>
              <a:rPr lang="en-US" dirty="0" smtClean="0"/>
              <a:t> </a:t>
            </a:r>
            <a:r>
              <a:rPr lang="en-US" dirty="0" err="1" smtClean="0"/>
              <a:t>berikut</a:t>
            </a:r>
            <a:r>
              <a:rPr lang="en-US" dirty="0" smtClean="0"/>
              <a:t>, </a:t>
            </a:r>
            <a:r>
              <a:rPr lang="en-US" dirty="0" err="1" smtClean="0"/>
              <a:t>buatlah</a:t>
            </a:r>
            <a:r>
              <a:rPr lang="en-US" dirty="0" smtClean="0"/>
              <a:t> </a:t>
            </a:r>
            <a:r>
              <a:rPr lang="en-US" dirty="0" err="1" smtClean="0"/>
              <a:t>persamaannya</a:t>
            </a:r>
            <a:r>
              <a:rPr lang="en-US" dirty="0" smtClean="0"/>
              <a:t>  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480489"/>
              </p:ext>
            </p:extLst>
          </p:nvPr>
        </p:nvGraphicFramePr>
        <p:xfrm>
          <a:off x="1165098" y="2573478"/>
          <a:ext cx="32692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73"/>
                <a:gridCol w="590308"/>
                <a:gridCol w="544010"/>
                <a:gridCol w="590309"/>
                <a:gridCol w="72920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AB\CD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814513" y="3700463"/>
            <a:ext cx="3000375" cy="3714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287949" y="3015574"/>
            <a:ext cx="1361872" cy="6848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042808" y="3015574"/>
            <a:ext cx="972765" cy="6848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042808" y="3700463"/>
            <a:ext cx="447473" cy="94935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042808" y="2354094"/>
            <a:ext cx="447473" cy="93385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665379" y="4071938"/>
            <a:ext cx="350194" cy="57788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2490281" y="2178996"/>
            <a:ext cx="525292" cy="110895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3287949" y="4071938"/>
            <a:ext cx="972766" cy="3444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8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Fungsi </a:t>
            </a:r>
            <a:r>
              <a:rPr lang="en-US" dirty="0" err="1" smtClean="0"/>
              <a:t>xor</a:t>
            </a:r>
            <a:r>
              <a:rPr lang="en-US" dirty="0" smtClean="0"/>
              <a:t> </a:t>
            </a:r>
            <a:r>
              <a:rPr lang="en-US" dirty="0" err="1" smtClean="0"/>
              <a:t>diberikan</a:t>
            </a:r>
            <a:r>
              <a:rPr lang="en-US" dirty="0" smtClean="0"/>
              <a:t> </a:t>
            </a:r>
            <a:r>
              <a:rPr lang="en-US" dirty="0" err="1" smtClean="0"/>
              <a:t>oleh</a:t>
            </a:r>
            <a:r>
              <a:rPr lang="en-US" dirty="0" smtClean="0"/>
              <a:t> :</a:t>
            </a:r>
          </a:p>
          <a:p>
            <a:r>
              <a:rPr lang="en-US" dirty="0" smtClean="0"/>
              <a:t>F= </a:t>
            </a:r>
            <a:r>
              <a:rPr lang="en-US" dirty="0" err="1" smtClean="0"/>
              <a:t>x’y</a:t>
            </a:r>
            <a:r>
              <a:rPr lang="en-US" dirty="0" smtClean="0"/>
              <a:t> +</a:t>
            </a:r>
            <a:r>
              <a:rPr lang="en-US" smtClean="0"/>
              <a:t>y’x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869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992</Words>
  <Application>Microsoft Office PowerPoint</Application>
  <PresentationFormat>Widescreen</PresentationFormat>
  <Paragraphs>327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Logic Gate Implemetation (2)</vt:lpstr>
      <vt:lpstr>Latihan : 1</vt:lpstr>
      <vt:lpstr>PowerPoint Presentation</vt:lpstr>
      <vt:lpstr>Latihan: 2</vt:lpstr>
      <vt:lpstr>PowerPoint Presentation</vt:lpstr>
      <vt:lpstr>Latihan : 3</vt:lpstr>
      <vt:lpstr>PowerPoint Presentation</vt:lpstr>
      <vt:lpstr>Latihan : 4</vt:lpstr>
      <vt:lpstr>PowerPoint Presentation</vt:lpstr>
      <vt:lpstr>PowerPoint Presentation</vt:lpstr>
      <vt:lpstr>NOR </vt:lpstr>
      <vt:lpstr>Latihan : 5</vt:lpstr>
      <vt:lpstr>Latihan : 6</vt:lpstr>
      <vt:lpstr>Transformasi gate NOR menjadi  AND/OR</vt:lpstr>
      <vt:lpstr>Transformasi NOR menjadi AND/OR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Latihan : 8</vt:lpstr>
      <vt:lpstr>XOR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Gate Implemetation (2)</dc:title>
  <dc:creator>user</dc:creator>
  <cp:lastModifiedBy>user</cp:lastModifiedBy>
  <cp:revision>31</cp:revision>
  <dcterms:created xsi:type="dcterms:W3CDTF">2019-12-01T09:06:52Z</dcterms:created>
  <dcterms:modified xsi:type="dcterms:W3CDTF">2019-12-03T04:57:26Z</dcterms:modified>
</cp:coreProperties>
</file>